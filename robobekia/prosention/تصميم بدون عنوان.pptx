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63" r:id="rId4"/>
    <p:sldId id="264" r:id="rId5"/>
    <p:sldId id="269" r:id="rId6"/>
    <p:sldId id="268" r:id="rId7"/>
    <p:sldId id="266" r:id="rId8"/>
    <p:sldId id="262" r:id="rId9"/>
    <p:sldId id="271" r:id="rId10"/>
    <p:sldId id="265" r:id="rId11"/>
    <p:sldId id="270" r:id="rId12"/>
  </p:sldIdLst>
  <p:sldSz cx="18288000" cy="10287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3D08"/>
    <a:srgbClr val="816F5C"/>
    <a:srgbClr val="18B7BD"/>
    <a:srgbClr val="5E50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1234" y="61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CDFC49-FE95-465B-B2C1-C6D4E6A7BEC6}" type="datetimeFigureOut">
              <a:rPr lang="en-US" smtClean="0"/>
              <a:t>7/22/2023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ACC59B-FCAD-4530-935C-4DB0FA3FD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756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ACC59B-FCAD-4530-935C-4DB0FA3FDE7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0773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ACC59B-FCAD-4530-935C-4DB0FA3FDE7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0310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ACC59B-FCAD-4530-935C-4DB0FA3FDE7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8906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ACC59B-FCAD-4530-935C-4DB0FA3FDE7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2120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ACC59B-FCAD-4530-935C-4DB0FA3FDE7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764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svg"/><Relationship Id="rId9" Type="http://schemas.openxmlformats.org/officeDocument/2006/relationships/image" Target="../media/image24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5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microsoft.com/office/2007/relationships/hdphoto" Target="../media/hdphoto1.wdp"/><Relationship Id="rId9" Type="http://schemas.openxmlformats.org/officeDocument/2006/relationships/image" Target="../media/image2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018454" y="-1064333"/>
            <a:ext cx="5442803" cy="5393323"/>
          </a:xfrm>
          <a:custGeom>
            <a:avLst/>
            <a:gdLst/>
            <a:ahLst/>
            <a:cxnLst/>
            <a:rect l="l" t="t" r="r" b="b"/>
            <a:pathLst>
              <a:path w="5442803" h="5393323">
                <a:moveTo>
                  <a:pt x="0" y="0"/>
                </a:moveTo>
                <a:lnTo>
                  <a:pt x="5442803" y="0"/>
                </a:lnTo>
                <a:lnTo>
                  <a:pt x="5442803" y="5393323"/>
                </a:lnTo>
                <a:lnTo>
                  <a:pt x="0" y="53933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9407536">
            <a:off x="-984691" y="-1064333"/>
            <a:ext cx="5442803" cy="5393323"/>
          </a:xfrm>
          <a:custGeom>
            <a:avLst/>
            <a:gdLst/>
            <a:ahLst/>
            <a:cxnLst/>
            <a:rect l="l" t="t" r="r" b="b"/>
            <a:pathLst>
              <a:path w="5442803" h="5393323">
                <a:moveTo>
                  <a:pt x="0" y="0"/>
                </a:moveTo>
                <a:lnTo>
                  <a:pt x="5442803" y="0"/>
                </a:lnTo>
                <a:lnTo>
                  <a:pt x="5442803" y="5393323"/>
                </a:lnTo>
                <a:lnTo>
                  <a:pt x="0" y="53933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9407536">
            <a:off x="-984691" y="6562692"/>
            <a:ext cx="5442803" cy="5393323"/>
          </a:xfrm>
          <a:custGeom>
            <a:avLst/>
            <a:gdLst/>
            <a:ahLst/>
            <a:cxnLst/>
            <a:rect l="l" t="t" r="r" b="b"/>
            <a:pathLst>
              <a:path w="5442803" h="5393323">
                <a:moveTo>
                  <a:pt x="0" y="0"/>
                </a:moveTo>
                <a:lnTo>
                  <a:pt x="5442803" y="0"/>
                </a:lnTo>
                <a:lnTo>
                  <a:pt x="5442803" y="5393323"/>
                </a:lnTo>
                <a:lnTo>
                  <a:pt x="0" y="53933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9407536">
            <a:off x="14018454" y="6561639"/>
            <a:ext cx="5442803" cy="5393323"/>
          </a:xfrm>
          <a:custGeom>
            <a:avLst/>
            <a:gdLst/>
            <a:ahLst/>
            <a:cxnLst/>
            <a:rect l="l" t="t" r="r" b="b"/>
            <a:pathLst>
              <a:path w="5442803" h="5393323">
                <a:moveTo>
                  <a:pt x="0" y="0"/>
                </a:moveTo>
                <a:lnTo>
                  <a:pt x="5442803" y="0"/>
                </a:lnTo>
                <a:lnTo>
                  <a:pt x="5442803" y="5393322"/>
                </a:lnTo>
                <a:lnTo>
                  <a:pt x="0" y="53933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 rot="2396034">
            <a:off x="4286192" y="-1907669"/>
            <a:ext cx="4590539" cy="4114800"/>
          </a:xfrm>
          <a:custGeom>
            <a:avLst/>
            <a:gdLst/>
            <a:ahLst/>
            <a:cxnLst/>
            <a:rect l="l" t="t" r="r" b="b"/>
            <a:pathLst>
              <a:path w="4590539" h="4114800">
                <a:moveTo>
                  <a:pt x="0" y="0"/>
                </a:moveTo>
                <a:lnTo>
                  <a:pt x="4590538" y="0"/>
                </a:lnTo>
                <a:lnTo>
                  <a:pt x="45905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7960112" y="8695418"/>
            <a:ext cx="4590539" cy="4114800"/>
          </a:xfrm>
          <a:custGeom>
            <a:avLst/>
            <a:gdLst/>
            <a:ahLst/>
            <a:cxnLst/>
            <a:rect l="l" t="t" r="r" b="b"/>
            <a:pathLst>
              <a:path w="4590539" h="4114800">
                <a:moveTo>
                  <a:pt x="0" y="0"/>
                </a:moveTo>
                <a:lnTo>
                  <a:pt x="4590538" y="0"/>
                </a:lnTo>
                <a:lnTo>
                  <a:pt x="45905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 rot="-9531284">
            <a:off x="-2295269" y="3890111"/>
            <a:ext cx="4590539" cy="4114800"/>
          </a:xfrm>
          <a:custGeom>
            <a:avLst/>
            <a:gdLst/>
            <a:ahLst/>
            <a:cxnLst/>
            <a:rect l="l" t="t" r="r" b="b"/>
            <a:pathLst>
              <a:path w="4590539" h="4114800">
                <a:moveTo>
                  <a:pt x="0" y="0"/>
                </a:moveTo>
                <a:lnTo>
                  <a:pt x="4590538" y="0"/>
                </a:lnTo>
                <a:lnTo>
                  <a:pt x="45905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 rot="-2700000">
            <a:off x="15992731" y="3890111"/>
            <a:ext cx="4590539" cy="4114800"/>
          </a:xfrm>
          <a:custGeom>
            <a:avLst/>
            <a:gdLst/>
            <a:ahLst/>
            <a:cxnLst/>
            <a:rect l="l" t="t" r="r" b="b"/>
            <a:pathLst>
              <a:path w="4590539" h="4114800">
                <a:moveTo>
                  <a:pt x="0" y="0"/>
                </a:moveTo>
                <a:lnTo>
                  <a:pt x="4590538" y="0"/>
                </a:lnTo>
                <a:lnTo>
                  <a:pt x="45905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1058735" y="5708488"/>
            <a:ext cx="7505757" cy="4578512"/>
          </a:xfrm>
          <a:custGeom>
            <a:avLst/>
            <a:gdLst/>
            <a:ahLst/>
            <a:cxnLst/>
            <a:rect l="l" t="t" r="r" b="b"/>
            <a:pathLst>
              <a:path w="7505757" h="4578512">
                <a:moveTo>
                  <a:pt x="0" y="0"/>
                </a:moveTo>
                <a:lnTo>
                  <a:pt x="7505757" y="0"/>
                </a:lnTo>
                <a:lnTo>
                  <a:pt x="7505757" y="4578512"/>
                </a:lnTo>
                <a:lnTo>
                  <a:pt x="0" y="45785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E886533-E37B-D041-BD58-EEFB7A0AD21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0" y="1485900"/>
            <a:ext cx="6322278" cy="63222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E5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6">
            <a:extLst>
              <a:ext uri="{FF2B5EF4-FFF2-40B4-BE49-F238E27FC236}">
                <a16:creationId xmlns:a16="http://schemas.microsoft.com/office/drawing/2014/main" id="{F261791E-8982-F309-AB5B-C9BBC3CE3221}"/>
              </a:ext>
            </a:extLst>
          </p:cNvPr>
          <p:cNvSpPr/>
          <p:nvPr/>
        </p:nvSpPr>
        <p:spPr>
          <a:xfrm>
            <a:off x="4114800" y="548143"/>
            <a:ext cx="9190714" cy="9190714"/>
          </a:xfrm>
          <a:custGeom>
            <a:avLst/>
            <a:gdLst/>
            <a:ahLst/>
            <a:cxnLst/>
            <a:rect l="l" t="t" r="r" b="b"/>
            <a:pathLst>
              <a:path w="9190714" h="9190714">
                <a:moveTo>
                  <a:pt x="0" y="0"/>
                </a:moveTo>
                <a:lnTo>
                  <a:pt x="9190715" y="0"/>
                </a:lnTo>
                <a:lnTo>
                  <a:pt x="9190715" y="9190715"/>
                </a:lnTo>
                <a:lnTo>
                  <a:pt x="0" y="91907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Freeform 2"/>
          <p:cNvSpPr/>
          <p:nvPr/>
        </p:nvSpPr>
        <p:spPr>
          <a:xfrm>
            <a:off x="17754600" y="-5291979"/>
            <a:ext cx="5317460" cy="5269119"/>
          </a:xfrm>
          <a:custGeom>
            <a:avLst/>
            <a:gdLst/>
            <a:ahLst/>
            <a:cxnLst/>
            <a:rect l="l" t="t" r="r" b="b"/>
            <a:pathLst>
              <a:path w="5317460" h="5269119">
                <a:moveTo>
                  <a:pt x="0" y="0"/>
                </a:moveTo>
                <a:lnTo>
                  <a:pt x="5317459" y="0"/>
                </a:lnTo>
                <a:lnTo>
                  <a:pt x="5317459" y="5269119"/>
                </a:lnTo>
                <a:lnTo>
                  <a:pt x="0" y="52691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4953000" y="-4991100"/>
            <a:ext cx="5317460" cy="5269119"/>
          </a:xfrm>
          <a:custGeom>
            <a:avLst/>
            <a:gdLst/>
            <a:ahLst/>
            <a:cxnLst/>
            <a:rect l="l" t="t" r="r" b="b"/>
            <a:pathLst>
              <a:path w="5317460" h="5269119">
                <a:moveTo>
                  <a:pt x="0" y="0"/>
                </a:moveTo>
                <a:lnTo>
                  <a:pt x="5317459" y="0"/>
                </a:lnTo>
                <a:lnTo>
                  <a:pt x="5317459" y="5269119"/>
                </a:lnTo>
                <a:lnTo>
                  <a:pt x="0" y="52691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5317460" y="10287000"/>
            <a:ext cx="5317460" cy="5269119"/>
          </a:xfrm>
          <a:custGeom>
            <a:avLst/>
            <a:gdLst/>
            <a:ahLst/>
            <a:cxnLst/>
            <a:rect l="l" t="t" r="r" b="b"/>
            <a:pathLst>
              <a:path w="5317460" h="5269119">
                <a:moveTo>
                  <a:pt x="0" y="0"/>
                </a:moveTo>
                <a:lnTo>
                  <a:pt x="5317459" y="0"/>
                </a:lnTo>
                <a:lnTo>
                  <a:pt x="5317459" y="5269119"/>
                </a:lnTo>
                <a:lnTo>
                  <a:pt x="0" y="52691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9415001" y="11087100"/>
            <a:ext cx="5317460" cy="5269119"/>
          </a:xfrm>
          <a:custGeom>
            <a:avLst/>
            <a:gdLst/>
            <a:ahLst/>
            <a:cxnLst/>
            <a:rect l="l" t="t" r="r" b="b"/>
            <a:pathLst>
              <a:path w="5317460" h="5269119">
                <a:moveTo>
                  <a:pt x="0" y="0"/>
                </a:moveTo>
                <a:lnTo>
                  <a:pt x="5317459" y="0"/>
                </a:lnTo>
                <a:lnTo>
                  <a:pt x="5317459" y="5269119"/>
                </a:lnTo>
                <a:lnTo>
                  <a:pt x="0" y="52691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9138508" y="9248263"/>
            <a:ext cx="4895577" cy="5060028"/>
          </a:xfrm>
          <a:custGeom>
            <a:avLst/>
            <a:gdLst/>
            <a:ahLst/>
            <a:cxnLst/>
            <a:rect l="l" t="t" r="r" b="b"/>
            <a:pathLst>
              <a:path w="4895577" h="5060028">
                <a:moveTo>
                  <a:pt x="0" y="0"/>
                </a:moveTo>
                <a:lnTo>
                  <a:pt x="4895577" y="0"/>
                </a:lnTo>
                <a:lnTo>
                  <a:pt x="4895577" y="5060028"/>
                </a:lnTo>
                <a:lnTo>
                  <a:pt x="0" y="50600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0">
        <p:fade/>
      </p:transition>
    </mc:Choice>
    <mc:Fallback>
      <p:transition spd="med" advClick="0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E5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097541" y="-1083691"/>
            <a:ext cx="5317460" cy="5269119"/>
          </a:xfrm>
          <a:custGeom>
            <a:avLst/>
            <a:gdLst/>
            <a:ahLst/>
            <a:cxnLst/>
            <a:rect l="l" t="t" r="r" b="b"/>
            <a:pathLst>
              <a:path w="5317460" h="5269119">
                <a:moveTo>
                  <a:pt x="0" y="0"/>
                </a:moveTo>
                <a:lnTo>
                  <a:pt x="5317459" y="0"/>
                </a:lnTo>
                <a:lnTo>
                  <a:pt x="5317459" y="5269119"/>
                </a:lnTo>
                <a:lnTo>
                  <a:pt x="0" y="52691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264667" y="-1195162"/>
            <a:ext cx="5317460" cy="5269119"/>
          </a:xfrm>
          <a:custGeom>
            <a:avLst/>
            <a:gdLst/>
            <a:ahLst/>
            <a:cxnLst/>
            <a:rect l="l" t="t" r="r" b="b"/>
            <a:pathLst>
              <a:path w="5317460" h="5269119">
                <a:moveTo>
                  <a:pt x="0" y="0"/>
                </a:moveTo>
                <a:lnTo>
                  <a:pt x="5317459" y="0"/>
                </a:lnTo>
                <a:lnTo>
                  <a:pt x="5317459" y="5269119"/>
                </a:lnTo>
                <a:lnTo>
                  <a:pt x="0" y="52691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1264667" y="6517492"/>
            <a:ext cx="5317460" cy="5269119"/>
          </a:xfrm>
          <a:custGeom>
            <a:avLst/>
            <a:gdLst/>
            <a:ahLst/>
            <a:cxnLst/>
            <a:rect l="l" t="t" r="r" b="b"/>
            <a:pathLst>
              <a:path w="5317460" h="5269119">
                <a:moveTo>
                  <a:pt x="0" y="0"/>
                </a:moveTo>
                <a:lnTo>
                  <a:pt x="5317459" y="0"/>
                </a:lnTo>
                <a:lnTo>
                  <a:pt x="5317459" y="5269119"/>
                </a:lnTo>
                <a:lnTo>
                  <a:pt x="0" y="52691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3668916" y="7065809"/>
            <a:ext cx="5317460" cy="5269119"/>
          </a:xfrm>
          <a:custGeom>
            <a:avLst/>
            <a:gdLst/>
            <a:ahLst/>
            <a:cxnLst/>
            <a:rect l="l" t="t" r="r" b="b"/>
            <a:pathLst>
              <a:path w="5317460" h="5269119">
                <a:moveTo>
                  <a:pt x="0" y="0"/>
                </a:moveTo>
                <a:lnTo>
                  <a:pt x="5317459" y="0"/>
                </a:lnTo>
                <a:lnTo>
                  <a:pt x="5317459" y="5269119"/>
                </a:lnTo>
                <a:lnTo>
                  <a:pt x="0" y="52691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3392423" y="5226972"/>
            <a:ext cx="4895577" cy="5060028"/>
          </a:xfrm>
          <a:custGeom>
            <a:avLst/>
            <a:gdLst/>
            <a:ahLst/>
            <a:cxnLst/>
            <a:rect l="l" t="t" r="r" b="b"/>
            <a:pathLst>
              <a:path w="4895577" h="5060028">
                <a:moveTo>
                  <a:pt x="0" y="0"/>
                </a:moveTo>
                <a:lnTo>
                  <a:pt x="4895577" y="0"/>
                </a:lnTo>
                <a:lnTo>
                  <a:pt x="4895577" y="5060028"/>
                </a:lnTo>
                <a:lnTo>
                  <a:pt x="0" y="50600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4225155" y="548143"/>
            <a:ext cx="9190714" cy="9190714"/>
          </a:xfrm>
          <a:custGeom>
            <a:avLst/>
            <a:gdLst/>
            <a:ahLst/>
            <a:cxnLst/>
            <a:rect l="l" t="t" r="r" b="b"/>
            <a:pathLst>
              <a:path w="9190714" h="9190714">
                <a:moveTo>
                  <a:pt x="0" y="0"/>
                </a:moveTo>
                <a:lnTo>
                  <a:pt x="9190715" y="0"/>
                </a:lnTo>
                <a:lnTo>
                  <a:pt x="9190715" y="9190715"/>
                </a:lnTo>
                <a:lnTo>
                  <a:pt x="0" y="91907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5357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E5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BF8A376-0975-4731-6446-06F4696B79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7650" y="57150"/>
            <a:ext cx="10172700" cy="1017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9373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C7AF61-CF6F-7D83-2B7B-7F72AC20EF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1403" y="0"/>
            <a:ext cx="7265194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44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E5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BCE76F-0107-D2BB-1151-2CF93CF54A45}"/>
              </a:ext>
            </a:extLst>
          </p:cNvPr>
          <p:cNvSpPr txBox="1"/>
          <p:nvPr/>
        </p:nvSpPr>
        <p:spPr>
          <a:xfrm>
            <a:off x="1132608" y="4035505"/>
            <a:ext cx="16022784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800" b="1" dirty="0">
                <a:solidFill>
                  <a:schemeClr val="bg1"/>
                </a:solidFill>
              </a:rPr>
              <a:t>4 L.E + price of patrol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FDE936-3650-7E46-075F-AD6E37992BCC}"/>
              </a:ext>
            </a:extLst>
          </p:cNvPr>
          <p:cNvSpPr txBox="1"/>
          <p:nvPr/>
        </p:nvSpPr>
        <p:spPr>
          <a:xfrm>
            <a:off x="7105140" y="876300"/>
            <a:ext cx="4077719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800" b="1" dirty="0">
                <a:solidFill>
                  <a:schemeClr val="bg1"/>
                </a:solidFill>
              </a:rPr>
              <a:t>Costs</a:t>
            </a:r>
          </a:p>
        </p:txBody>
      </p:sp>
    </p:spTree>
    <p:extLst>
      <p:ext uri="{BB962C8B-B14F-4D97-AF65-F5344CB8AC3E}">
        <p14:creationId xmlns:p14="http://schemas.microsoft.com/office/powerpoint/2010/main" val="17007944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773C36-1FE7-A60D-5B05-E219476E27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0" y="657225"/>
            <a:ext cx="18086400" cy="897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4761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DA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156307">
            <a:off x="14458284" y="-1401398"/>
            <a:ext cx="4590539" cy="4114800"/>
          </a:xfrm>
          <a:custGeom>
            <a:avLst/>
            <a:gdLst/>
            <a:ahLst/>
            <a:cxnLst/>
            <a:rect l="l" t="t" r="r" b="b"/>
            <a:pathLst>
              <a:path w="4590539" h="4114800">
                <a:moveTo>
                  <a:pt x="0" y="0"/>
                </a:moveTo>
                <a:lnTo>
                  <a:pt x="4590538" y="0"/>
                </a:lnTo>
                <a:lnTo>
                  <a:pt x="45905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778165" y="1346805"/>
            <a:ext cx="8731671" cy="8229600"/>
          </a:xfrm>
          <a:custGeom>
            <a:avLst/>
            <a:gdLst/>
            <a:ahLst/>
            <a:cxnLst/>
            <a:rect l="l" t="t" r="r" b="b"/>
            <a:pathLst>
              <a:path w="8731671" h="8229600">
                <a:moveTo>
                  <a:pt x="0" y="0"/>
                </a:moveTo>
                <a:lnTo>
                  <a:pt x="8731671" y="0"/>
                </a:lnTo>
                <a:lnTo>
                  <a:pt x="873167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9335653">
            <a:off x="-1247322" y="-1455407"/>
            <a:ext cx="4711046" cy="4222819"/>
          </a:xfrm>
          <a:custGeom>
            <a:avLst/>
            <a:gdLst/>
            <a:ahLst/>
            <a:cxnLst/>
            <a:rect l="l" t="t" r="r" b="b"/>
            <a:pathLst>
              <a:path w="4711046" h="4222819">
                <a:moveTo>
                  <a:pt x="0" y="0"/>
                </a:moveTo>
                <a:lnTo>
                  <a:pt x="4711047" y="0"/>
                </a:lnTo>
                <a:lnTo>
                  <a:pt x="4711047" y="4222819"/>
                </a:lnTo>
                <a:lnTo>
                  <a:pt x="0" y="42228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592484" y="-522769"/>
            <a:ext cx="4052103" cy="4236691"/>
          </a:xfrm>
          <a:custGeom>
            <a:avLst/>
            <a:gdLst/>
            <a:ahLst/>
            <a:cxnLst/>
            <a:rect l="l" t="t" r="r" b="b"/>
            <a:pathLst>
              <a:path w="4052103" h="4236691">
                <a:moveTo>
                  <a:pt x="0" y="0"/>
                </a:moveTo>
                <a:lnTo>
                  <a:pt x="4052103" y="0"/>
                </a:lnTo>
                <a:lnTo>
                  <a:pt x="4052103" y="4236691"/>
                </a:lnTo>
                <a:lnTo>
                  <a:pt x="0" y="42366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452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4727502" y="-522769"/>
            <a:ext cx="4052103" cy="4236691"/>
          </a:xfrm>
          <a:custGeom>
            <a:avLst/>
            <a:gdLst/>
            <a:ahLst/>
            <a:cxnLst/>
            <a:rect l="l" t="t" r="r" b="b"/>
            <a:pathLst>
              <a:path w="4052103" h="4236691">
                <a:moveTo>
                  <a:pt x="0" y="0"/>
                </a:moveTo>
                <a:lnTo>
                  <a:pt x="4052102" y="0"/>
                </a:lnTo>
                <a:lnTo>
                  <a:pt x="4052102" y="4236691"/>
                </a:lnTo>
                <a:lnTo>
                  <a:pt x="0" y="42366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452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4964031" y="7200900"/>
            <a:ext cx="4590539" cy="4114800"/>
          </a:xfrm>
          <a:custGeom>
            <a:avLst/>
            <a:gdLst/>
            <a:ahLst/>
            <a:cxnLst/>
            <a:rect l="l" t="t" r="r" b="b"/>
            <a:pathLst>
              <a:path w="4590539" h="4114800">
                <a:moveTo>
                  <a:pt x="0" y="0"/>
                </a:moveTo>
                <a:lnTo>
                  <a:pt x="4590538" y="0"/>
                </a:lnTo>
                <a:lnTo>
                  <a:pt x="45905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3156307">
            <a:off x="-1524303" y="7328037"/>
            <a:ext cx="4590539" cy="4114800"/>
          </a:xfrm>
          <a:custGeom>
            <a:avLst/>
            <a:gdLst/>
            <a:ahLst/>
            <a:cxnLst/>
            <a:rect l="l" t="t" r="r" b="b"/>
            <a:pathLst>
              <a:path w="4590539" h="4114800">
                <a:moveTo>
                  <a:pt x="0" y="0"/>
                </a:moveTo>
                <a:lnTo>
                  <a:pt x="4590539" y="0"/>
                </a:lnTo>
                <a:lnTo>
                  <a:pt x="4590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3160724" y="1224914"/>
            <a:ext cx="3111260" cy="2489008"/>
          </a:xfrm>
          <a:custGeom>
            <a:avLst/>
            <a:gdLst/>
            <a:ahLst/>
            <a:cxnLst/>
            <a:rect l="l" t="t" r="r" b="b"/>
            <a:pathLst>
              <a:path w="3111260" h="2489008">
                <a:moveTo>
                  <a:pt x="0" y="0"/>
                </a:moveTo>
                <a:lnTo>
                  <a:pt x="3111259" y="0"/>
                </a:lnTo>
                <a:lnTo>
                  <a:pt x="3111259" y="2489008"/>
                </a:lnTo>
                <a:lnTo>
                  <a:pt x="0" y="24890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2713809" y="1930299"/>
            <a:ext cx="3111260" cy="2489008"/>
          </a:xfrm>
          <a:custGeom>
            <a:avLst/>
            <a:gdLst/>
            <a:ahLst/>
            <a:cxnLst/>
            <a:rect l="l" t="t" r="r" b="b"/>
            <a:pathLst>
              <a:path w="3111260" h="2489008">
                <a:moveTo>
                  <a:pt x="0" y="0"/>
                </a:moveTo>
                <a:lnTo>
                  <a:pt x="3111260" y="0"/>
                </a:lnTo>
                <a:lnTo>
                  <a:pt x="3111260" y="2489008"/>
                </a:lnTo>
                <a:lnTo>
                  <a:pt x="0" y="24890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14A3C59-B702-9D29-EEC2-10A181BA0FEE}"/>
              </a:ext>
            </a:extLst>
          </p:cNvPr>
          <p:cNvSpPr/>
          <p:nvPr/>
        </p:nvSpPr>
        <p:spPr>
          <a:xfrm>
            <a:off x="6350600" y="2350100"/>
            <a:ext cx="5586800" cy="5586800"/>
          </a:xfrm>
          <a:prstGeom prst="ellipse">
            <a:avLst/>
          </a:prstGeom>
          <a:blipFill dpi="0" rotWithShape="1">
            <a:blip r:embed="rId9">
              <a:alphaModFix amt="96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DA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6C013F6-E352-EDBA-C350-4606739A3B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897" b="89837" l="9865" r="89985">
                        <a14:foregroundMark x1="45441" y1="54991" x2="45441" y2="54991"/>
                        <a14:foregroundMark x1="43049" y1="51180" x2="43049" y2="51180"/>
                        <a14:foregroundMark x1="70852" y1="59347" x2="70852" y2="59347"/>
                        <a14:foregroundMark x1="71001" y1="57169" x2="71001" y2="57169"/>
                        <a14:foregroundMark x1="74589" y1="79855" x2="74589" y2="79855"/>
                        <a14:foregroundMark x1="51121" y1="15608" x2="51121" y2="15608"/>
                        <a14:foregroundMark x1="49626" y1="13793" x2="49477" y2="13249"/>
                        <a14:foregroundMark x1="48729" y1="6897" x2="48729" y2="6897"/>
                        <a14:foregroundMark x1="74738" y1="48639" x2="74738" y2="48639"/>
                        <a14:foregroundMark x1="74738" y1="50635" x2="74738" y2="50635"/>
                        <a14:foregroundMark x1="74738" y1="54809" x2="74738" y2="54809"/>
                        <a14:foregroundMark x1="74738" y1="56080" x2="74738" y2="56080"/>
                        <a14:foregroundMark x1="74888" y1="67877" x2="74888" y2="67877"/>
                        <a14:foregroundMark x1="74589" y1="66243" x2="74589" y2="56443"/>
                        <a14:foregroundMark x1="73094" y1="46824" x2="73543" y2="74592"/>
                        <a14:foregroundMark x1="73543" y1="74592" x2="74439" y2="74229"/>
                        <a14:foregroundMark x1="71450" y1="50091" x2="71151" y2="50272"/>
                        <a14:foregroundMark x1="79223" y1="79673" x2="79223" y2="79673"/>
                        <a14:foregroundMark x1="83259" y1="79310" x2="83259" y2="79310"/>
                        <a14:foregroundMark x1="33632" y1="22323" x2="33632" y2="22323"/>
                        <a14:foregroundMark x1="33931" y1="20690" x2="33931" y2="20690"/>
                        <a14:foregroundMark x1="33931" y1="17423" x2="33931" y2="17423"/>
                        <a14:foregroundMark x1="34380" y1="16152" x2="34380" y2="16152"/>
                        <a14:foregroundMark x1="36323" y1="16515" x2="36323" y2="16515"/>
                        <a14:foregroundMark x1="36921" y1="16334" x2="43348" y2="16878"/>
                        <a14:foregroundMark x1="43348" y1="16878" x2="38266" y2="16152"/>
                        <a14:foregroundMark x1="38266" y1="16152" x2="38266" y2="16152"/>
                        <a14:foregroundMark x1="57698" y1="15971" x2="66214" y2="15072"/>
                        <a14:foregroundMark x1="39910" y1="15608" x2="44843" y2="15245"/>
                        <a14:foregroundMark x1="44843" y1="15245" x2="44843" y2="15245"/>
                        <a14:backgroundMark x1="71599" y1="14338" x2="65919" y2="1451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3937" y="745331"/>
            <a:ext cx="10680127" cy="8796338"/>
          </a:xfrm>
          <a:prstGeom prst="rect">
            <a:avLst/>
          </a:prstGeom>
        </p:spPr>
      </p:pic>
      <p:sp>
        <p:nvSpPr>
          <p:cNvPr id="2" name="Freeform 2"/>
          <p:cNvSpPr/>
          <p:nvPr/>
        </p:nvSpPr>
        <p:spPr>
          <a:xfrm rot="3156307">
            <a:off x="14458284" y="-1401398"/>
            <a:ext cx="4590539" cy="4114800"/>
          </a:xfrm>
          <a:custGeom>
            <a:avLst/>
            <a:gdLst/>
            <a:ahLst/>
            <a:cxnLst/>
            <a:rect l="l" t="t" r="r" b="b"/>
            <a:pathLst>
              <a:path w="4590539" h="4114800">
                <a:moveTo>
                  <a:pt x="0" y="0"/>
                </a:moveTo>
                <a:lnTo>
                  <a:pt x="4590538" y="0"/>
                </a:lnTo>
                <a:lnTo>
                  <a:pt x="45905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9335653">
            <a:off x="-1247322" y="-1455407"/>
            <a:ext cx="4711046" cy="4222819"/>
          </a:xfrm>
          <a:custGeom>
            <a:avLst/>
            <a:gdLst/>
            <a:ahLst/>
            <a:cxnLst/>
            <a:rect l="l" t="t" r="r" b="b"/>
            <a:pathLst>
              <a:path w="4711046" h="4222819">
                <a:moveTo>
                  <a:pt x="0" y="0"/>
                </a:moveTo>
                <a:lnTo>
                  <a:pt x="4711047" y="0"/>
                </a:lnTo>
                <a:lnTo>
                  <a:pt x="4711047" y="4222819"/>
                </a:lnTo>
                <a:lnTo>
                  <a:pt x="0" y="42228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592484" y="-522769"/>
            <a:ext cx="4052103" cy="4236691"/>
          </a:xfrm>
          <a:custGeom>
            <a:avLst/>
            <a:gdLst/>
            <a:ahLst/>
            <a:cxnLst/>
            <a:rect l="l" t="t" r="r" b="b"/>
            <a:pathLst>
              <a:path w="4052103" h="4236691">
                <a:moveTo>
                  <a:pt x="0" y="0"/>
                </a:moveTo>
                <a:lnTo>
                  <a:pt x="4052103" y="0"/>
                </a:lnTo>
                <a:lnTo>
                  <a:pt x="4052103" y="4236691"/>
                </a:lnTo>
                <a:lnTo>
                  <a:pt x="0" y="42366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b="-452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4727502" y="-522769"/>
            <a:ext cx="4052103" cy="4236691"/>
          </a:xfrm>
          <a:custGeom>
            <a:avLst/>
            <a:gdLst/>
            <a:ahLst/>
            <a:cxnLst/>
            <a:rect l="l" t="t" r="r" b="b"/>
            <a:pathLst>
              <a:path w="4052103" h="4236691">
                <a:moveTo>
                  <a:pt x="0" y="0"/>
                </a:moveTo>
                <a:lnTo>
                  <a:pt x="4052102" y="0"/>
                </a:lnTo>
                <a:lnTo>
                  <a:pt x="4052102" y="4236691"/>
                </a:lnTo>
                <a:lnTo>
                  <a:pt x="0" y="42366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b="-452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4964031" y="7200900"/>
            <a:ext cx="4590539" cy="4114800"/>
          </a:xfrm>
          <a:custGeom>
            <a:avLst/>
            <a:gdLst/>
            <a:ahLst/>
            <a:cxnLst/>
            <a:rect l="l" t="t" r="r" b="b"/>
            <a:pathLst>
              <a:path w="4590539" h="4114800">
                <a:moveTo>
                  <a:pt x="0" y="0"/>
                </a:moveTo>
                <a:lnTo>
                  <a:pt x="4590538" y="0"/>
                </a:lnTo>
                <a:lnTo>
                  <a:pt x="45905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3156307">
            <a:off x="-1524303" y="7328037"/>
            <a:ext cx="4590539" cy="4114800"/>
          </a:xfrm>
          <a:custGeom>
            <a:avLst/>
            <a:gdLst/>
            <a:ahLst/>
            <a:cxnLst/>
            <a:rect l="l" t="t" r="r" b="b"/>
            <a:pathLst>
              <a:path w="4590539" h="4114800">
                <a:moveTo>
                  <a:pt x="0" y="0"/>
                </a:moveTo>
                <a:lnTo>
                  <a:pt x="4590539" y="0"/>
                </a:lnTo>
                <a:lnTo>
                  <a:pt x="4590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3160724" y="1224914"/>
            <a:ext cx="3111260" cy="2489008"/>
          </a:xfrm>
          <a:custGeom>
            <a:avLst/>
            <a:gdLst/>
            <a:ahLst/>
            <a:cxnLst/>
            <a:rect l="l" t="t" r="r" b="b"/>
            <a:pathLst>
              <a:path w="3111260" h="2489008">
                <a:moveTo>
                  <a:pt x="0" y="0"/>
                </a:moveTo>
                <a:lnTo>
                  <a:pt x="3111259" y="0"/>
                </a:lnTo>
                <a:lnTo>
                  <a:pt x="3111259" y="2489008"/>
                </a:lnTo>
                <a:lnTo>
                  <a:pt x="0" y="24890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2713809" y="1930299"/>
            <a:ext cx="3111260" cy="2489008"/>
          </a:xfrm>
          <a:custGeom>
            <a:avLst/>
            <a:gdLst/>
            <a:ahLst/>
            <a:cxnLst/>
            <a:rect l="l" t="t" r="r" b="b"/>
            <a:pathLst>
              <a:path w="3111260" h="2489008">
                <a:moveTo>
                  <a:pt x="0" y="0"/>
                </a:moveTo>
                <a:lnTo>
                  <a:pt x="3111260" y="0"/>
                </a:lnTo>
                <a:lnTo>
                  <a:pt x="3111260" y="2489008"/>
                </a:lnTo>
                <a:lnTo>
                  <a:pt x="0" y="24890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7955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B7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3CF668C4-CF9C-EC75-67D1-156E2E4237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1403" y="0"/>
            <a:ext cx="7265194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5990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B7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9F8635-A5E0-61CF-F5B1-D66AF3235485}"/>
              </a:ext>
            </a:extLst>
          </p:cNvPr>
          <p:cNvSpPr txBox="1"/>
          <p:nvPr/>
        </p:nvSpPr>
        <p:spPr>
          <a:xfrm>
            <a:off x="6662391" y="4035505"/>
            <a:ext cx="4963218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800" b="1" dirty="0">
                <a:solidFill>
                  <a:schemeClr val="bg1"/>
                </a:solidFill>
              </a:rPr>
              <a:t>500L.E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F39D50-75DD-80D8-578B-B8F820A409C4}"/>
              </a:ext>
            </a:extLst>
          </p:cNvPr>
          <p:cNvSpPr txBox="1"/>
          <p:nvPr/>
        </p:nvSpPr>
        <p:spPr>
          <a:xfrm>
            <a:off x="7105140" y="876300"/>
            <a:ext cx="4077719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800" b="1" dirty="0">
                <a:solidFill>
                  <a:schemeClr val="bg1"/>
                </a:solidFill>
              </a:rPr>
              <a:t>Costs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3E2FD5-0FAF-0F85-A6D2-8573603F0C00}"/>
              </a:ext>
            </a:extLst>
          </p:cNvPr>
          <p:cNvSpPr txBox="1"/>
          <p:nvPr/>
        </p:nvSpPr>
        <p:spPr>
          <a:xfrm>
            <a:off x="457200" y="5981700"/>
            <a:ext cx="170688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 dirty="0">
                <a:solidFill>
                  <a:schemeClr val="bg1">
                    <a:lumMod val="85000"/>
                  </a:schemeClr>
                </a:solidFill>
              </a:rPr>
              <a:t>FOR SECURITY AND WEIGHT SENSOR W. APP</a:t>
            </a:r>
            <a:endParaRPr lang="en-US" sz="105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79342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26</Words>
  <Application>Microsoft Office PowerPoint</Application>
  <PresentationFormat>Custom</PresentationFormat>
  <Paragraphs>10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YAHIA SIEF</cp:lastModifiedBy>
  <cp:revision>12</cp:revision>
  <dcterms:created xsi:type="dcterms:W3CDTF">2006-08-16T00:00:00Z</dcterms:created>
  <dcterms:modified xsi:type="dcterms:W3CDTF">2023-07-22T13:47:12Z</dcterms:modified>
  <dc:identifier>DAFpWw2s-nM</dc:identifier>
</cp:coreProperties>
</file>